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B.Tech Computer Science and Engineering | BCSE497J - Project I</a:t>
            </a:r>
          </a:p>
          <a:p>
            <a:pPr algn="ctr">
              <a:spcAft>
                <a:spcPts val="0"/>
              </a:spcAft>
              <a:defRPr sz="2700" b="1">
                <a:solidFill>
                  <a:srgbClr val="1F4E79"/>
                </a:solidFill>
                <a:latin typeface="Calibri"/>
              </a:defRPr>
            </a:pPr>
            <a:r>
              <a:t>CareChain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Decentralized Electronic Health Record Platform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F4E79"/>
                </a:solidFill>
                <a:latin typeface="Calibri"/>
              </a:defRPr>
            </a:pPr>
            <a:r>
              <a:t>Student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spcAft>
                <a:spcPts val="20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Ashish Anil Sikaria (23BCI0218)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282828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600" b="1">
                <a:solidFill>
                  <a:srgbClr val="1F4E79"/>
                </a:solidFill>
                <a:latin typeface="Calibri"/>
              </a:defRPr>
            </a:pPr>
            <a:r>
              <a:t>Faculty Guide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82828"/>
                </a:solidFill>
                <a:latin typeface="Calibri"/>
              </a:defRPr>
            </a:pPr>
            <a:r>
              <a:t>Dr. Selvi M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282828"/>
                </a:solidFill>
                <a:latin typeface="Calibri"/>
              </a:defRPr>
            </a:pPr>
            <a:r>
              <a:t>Review 1 | Panel 37 | SJT408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282828"/>
                </a:solidFill>
                <a:latin typeface="Calibri"/>
              </a:defRPr>
            </a:pPr>
            <a:r>
              <a:t>To design and implement a secure, patient-centric EHR platform where medical records are encrypted, stored off-chain on IPFS, and governed through blockchain-based consent.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The prototype enables controlled record sharing, verified practitioner access, and an auditable permission history without placing clinical files on-chain.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CareChain addresses privacy, access-control, and auditability limitations in centralized electronic health record systems.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It combines a React role-based portal, Node.js/Express APIs, MongoDB metadata storage, AES-256-GCM encryption, IPFS storage through Pinata, and a Solidity smart contract for access control and audit events.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82828"/>
                </a:solidFill>
                <a:latin typeface="Calibri"/>
              </a:defRPr>
            </a:pPr>
            <a:r>
              <a:t>Patients control sharing; doctors access only authorized records; and administrators verify practitioners. Encrypted record references and access events are recorded on-chain, while clinical files remain off-chain.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4</a:t>
            </a:r>
            <a:endParaRPr lang="en-IN"/>
          </a:p>
        </p:txBody>
      </p:sp>
      <p:pic>
        <p:nvPicPr>
          <p:cNvPr id="11" name="Picture 10" descr="carechain-literature-99v310w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ctr">
            <a:norm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Centralized EHR repositories create a single high-value target for sensitive medical data.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Blockchain-only approaches are unsuitable for storing clinical files because of privacy and cost constraints.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282828"/>
                </a:solidFill>
                <a:latin typeface="Calibri"/>
              </a:defRPr>
            </a:pPr>
            <a:r>
              <a:t>IPFS storage requires encryption, key management, and a clear patient-controlled sharing workflow.</a:t>
            </a:r>
          </a:p>
          <a:p>
            <a:pPr algn="l">
              <a:spcAft>
                <a:spcPts val="1000"/>
              </a:spcAft>
              <a:defRPr sz="1700" b="1">
                <a:solidFill>
                  <a:srgbClr val="1F4E79"/>
                </a:solidFill>
                <a:latin typeface="Calibri"/>
              </a:defRPr>
            </a:pPr>
            <a:r>
              <a:t>CareChain combines encrypted off-chain records with on-chain permissions and separate patient, doctor, and administrator portals.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rIns="45720" tIns="27432" bIns="27432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1. Build a patient portal for encrypted record upload, viewing, and selective sharing.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2. Implement doctor and administrator workflows for authorized access and practitioner verification.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3. Use a Solidity smart contract to manage permissions and produce immutable access events.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4. Keep clinical files off-chain through AES-256-GCM encryption and IPFS storage.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F4E79"/>
                </a:solidFill>
                <a:latin typeface="Calibri"/>
              </a:defRPr>
            </a:pPr>
            <a:r>
              <a:t>Identified SDG: SDG 3 - Good Health and Well-being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1F4E79"/>
                </a:solidFill>
                <a:latin typeface="Calibri"/>
              </a:defRPr>
            </a:pPr>
            <a:r>
              <a:t>TRL 4: Technology validated in a laboratory environment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Outcome: Functional EHR prototype, source code, and test report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45720" tIns="27432" rIns="45720" bIns="27432" rtlCol="0" anchor="ctr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defRPr sz="2800" b="1">
                <a:solidFill>
                  <a:srgbClr val="1F4E79"/>
                </a:solidFill>
                <a:latin typeface="Calibri"/>
              </a:defRPr>
            </a:pPr>
            <a: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7432" rIns="45720" bIns="27432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 algn="l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  <a:defRPr sz="1100" b="0">
                <a:solidFill>
                  <a:srgbClr val="282828"/>
                </a:solidFill>
                <a:latin typeface="Calibri"/>
              </a:defRPr>
            </a:pPr>
            <a:r>
              <a:t>[1] A. Azaria et al., "MedRec: Using blockchain for medical data access and permission management," 2016 IEEE 2nd International Conference on Open and Big Data, pp. 25-30.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[2] X. Yue et al., "Healthcare Data Gateways: Found Healthcare Intelligence on Blockchain with Novel Privacy Risk Control," Journal of Medical Systems, vol. 40, no. 10, art. 218, 2016.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[3] Q. Xia et al., "MeDShare: Trust-Less Medical Data Sharing among Cloud Service Providers via Blockchain," IEEE Access, vol. 5, pp. 14757-14767, 2017.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82828"/>
                </a:solidFill>
                <a:latin typeface="Calibri"/>
              </a:defRPr>
            </a:pPr>
            <a:r>
              <a:t>[4] A. Dubovitskaya et al., "Secure and Trustable Electronic Medical Records Sharing using Blockchain," AMIA Annual Symposium Proceedings, pp. 650-659, 2017.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45720" rIns="45720" tIns="27432" bIns="27432" anchor="t"/>
          <a:lstStyle/>
          <a:p>
            <a:pPr algn="l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29-07-2026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45720" rIns="45720" tIns="27432" bIns="27432" anchor="t"/>
          <a:lstStyle/>
          <a:p>
            <a:pPr algn="ct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lIns="45720" rIns="45720" tIns="27432" bIns="27432" anchor="t"/>
          <a:lstStyle/>
          <a:p>
            <a:pPr algn="r">
              <a:spcAft>
                <a:spcPts val="5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t>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DrKalaavathi Buvaneshwaran</cp:lastModifiedBy>
  <cp:revision>4</cp:revision>
  <dcterms:created xsi:type="dcterms:W3CDTF">2026-07-14T06:00:41Z</dcterms:created>
  <dcterms:modified xsi:type="dcterms:W3CDTF">2026-07-21T07:15:01Z</dcterms:modified>
</cp:coreProperties>
</file>