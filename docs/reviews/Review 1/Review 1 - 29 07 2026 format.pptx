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&lt;&lt;Programme </a:t>
            </a:r>
            <a:r>
              <a:rPr lang="en-IN" sz="20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IN" sz="20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Course Code – Course Title&gt;&gt;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&lt;&lt;Project Title&gt;&gt;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members:</a:t>
            </a:r>
            <a:endParaRPr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&lt;&lt;Name &gt;&gt;		  (&lt;&lt;</a:t>
            </a:r>
            <a:r>
              <a:rPr lang="en-IN" sz="2000" b="1" dirty="0" err="1">
                <a:latin typeface="Times New Roman"/>
                <a:cs typeface="Times New Roman"/>
              </a:rPr>
              <a:t>Reg.No</a:t>
            </a:r>
            <a:r>
              <a:rPr lang="en-IN" sz="2000" b="1" dirty="0">
                <a:latin typeface="Times New Roman"/>
                <a:cs typeface="Times New Roman"/>
              </a:rPr>
              <a:t>&gt;&gt;)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&lt;&lt;Name&gt;&gt;		  (&lt;&lt;</a:t>
            </a:r>
            <a:r>
              <a:rPr lang="en-IN" sz="2000" b="1" dirty="0" err="1">
                <a:latin typeface="Times New Roman"/>
                <a:cs typeface="Times New Roman"/>
              </a:rPr>
              <a:t>Reg.No</a:t>
            </a:r>
            <a:r>
              <a:rPr lang="en-IN" sz="2000" b="1" dirty="0">
                <a:latin typeface="Times New Roman"/>
                <a:cs typeface="Times New Roman"/>
              </a:rPr>
              <a:t>.&gt;&gt;)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z="2000" b="1" dirty="0">
                <a:latin typeface="Times New Roman"/>
                <a:cs typeface="Times New Roman"/>
              </a:rPr>
              <a:t>&lt;&lt;</a:t>
            </a:r>
            <a:r>
              <a:rPr lang="en-US" sz="2000" b="1" dirty="0" err="1">
                <a:latin typeface="Times New Roman"/>
                <a:cs typeface="Times New Roman"/>
              </a:rPr>
              <a:t>Guidename</a:t>
            </a:r>
            <a:r>
              <a:rPr lang="en-US" sz="2000" b="1" dirty="0">
                <a:latin typeface="Times New Roman"/>
                <a:cs typeface="Times New Roman"/>
              </a:rPr>
              <a:t>&gt;&gt;</a:t>
            </a:r>
            <a:endParaRPr lang="en-US"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&lt;To …&gt;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21-07-2026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21-07-2026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Sustainable Development Goals	|			|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(Patent / Conference (Scopus)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/ Journal (Scopus) / Start-up/ Product/ Others}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J. K. Author and L. M. Author, "Title of the specific journal article,"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Journal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3, pp. 45-56, Month Year.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B. Researcher and C. D. Researcher, "Title of the conference paper," in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Name of Conference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City, Country, Year, pp. 100-105.</a:t>
            </a:r>
            <a:r>
              <a:rPr lang="en-IN" sz="2400" dirty="0"/>
              <a:t>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209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Aim</vt:lpstr>
      <vt:lpstr>Abstract</vt:lpstr>
      <vt:lpstr>Literature Review</vt:lpstr>
      <vt:lpstr>Research Gap</vt:lpstr>
      <vt:lpstr>Objectives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DrKalaavathi Buvaneshwaran</cp:lastModifiedBy>
  <cp:revision>4</cp:revision>
  <dcterms:created xsi:type="dcterms:W3CDTF">2026-07-14T06:00:41Z</dcterms:created>
  <dcterms:modified xsi:type="dcterms:W3CDTF">2026-07-21T07:15:01Z</dcterms:modified>
</cp:coreProperties>
</file>